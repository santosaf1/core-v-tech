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  <p:embeddedFont>
      <p:font typeface="Maven Pro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regular.fntdata"/><Relationship Id="rId14" Type="http://schemas.openxmlformats.org/officeDocument/2006/relationships/font" Target="fonts/Nunito-boldItalic.fntdata"/><Relationship Id="rId16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b664382a9_4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b664382a9_4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b664382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b664382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b664382a9_4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b664382a9_4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b664382a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eb664382a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603650" y="698838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500"/>
              <a:t>Core V Tech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Tarea 1</a:t>
            </a:r>
            <a:endParaRPr sz="34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71225" y="2691275"/>
            <a:ext cx="4255500" cy="20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-419" sz="1675"/>
              <a:t>Integrantes:</a:t>
            </a:r>
            <a:br>
              <a:rPr lang="es-419" sz="1675"/>
            </a:br>
            <a:endParaRPr sz="167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-419" sz="1675"/>
              <a:t>Ana Raquel Bildozola Duarte</a:t>
            </a:r>
            <a:endParaRPr sz="167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-419" sz="1675"/>
              <a:t>Ivan Santos Flores</a:t>
            </a:r>
            <a:endParaRPr sz="1675"/>
          </a:p>
          <a:p>
            <a:pPr indent="0" lvl="0" marL="1143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650"/>
              <a:t>Itzel Anahi Nuñez Escamilla</a:t>
            </a:r>
            <a:endParaRPr sz="165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-419" sz="1675"/>
              <a:t>Armando Castellanos Muñoz</a:t>
            </a:r>
            <a:endParaRPr sz="1675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es-419" sz="1675"/>
              <a:t>Daniela Rubi C. M.</a:t>
            </a:r>
            <a:endParaRPr sz="1180"/>
          </a:p>
        </p:txBody>
      </p:sp>
      <p:pic>
        <p:nvPicPr>
          <p:cNvPr id="279" name="Google Shape;2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725" y="698850"/>
            <a:ext cx="3825532" cy="20817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Áreas de especialización de interés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❏"/>
            </a:pPr>
            <a:r>
              <a:rPr lang="es-419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Soporte en Seguridad básica.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❏"/>
            </a:pPr>
            <a:r>
              <a:rPr lang="es-419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Soporte Corporativo.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❏"/>
            </a:pPr>
            <a:r>
              <a:rPr lang="es-419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Soporte en Redes y Conectividad.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❏"/>
            </a:pPr>
            <a:r>
              <a:rPr lang="es-419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Soporte a Sistemas Operativos.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Vacantes de interés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056750" y="1704075"/>
            <a:ext cx="7030500" cy="25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Ingeniero(a) de </a:t>
            </a:r>
            <a:r>
              <a:rPr b="1" lang="es-419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Soporte</a:t>
            </a:r>
            <a:r>
              <a:rPr b="1" lang="es-419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Jr NOC Switching Routing Ciberseguridad (1)</a:t>
            </a:r>
            <a:endParaRPr b="1"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Production Support Analyst (HSBC México)</a:t>
            </a:r>
            <a:endParaRPr b="1"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Help desk Nivel 1 Bilingue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Nivel Profesional Identificado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362500" y="3389775"/>
            <a:ext cx="8484600" cy="15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s-419" sz="18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Trainee / Junior</a:t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Soporte Técnico Nivel 1 (L1)</a:t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Soporte Técnico Nivel 1+ (L1 con documentación y escalamiento)</a:t>
            </a:r>
            <a:r>
              <a:rPr lang="es-419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Conclusión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3" name="Google Shape;303;p17"/>
          <p:cNvSpPr txBox="1"/>
          <p:nvPr>
            <p:ph idx="1" type="body"/>
          </p:nvPr>
        </p:nvSpPr>
        <p:spPr>
          <a:xfrm>
            <a:off x="849875" y="1597875"/>
            <a:ext cx="75702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lt1"/>
                </a:solidFill>
              </a:rPr>
              <a:t>Nuestro enfoque se localiza al soporte Ti en</a:t>
            </a:r>
            <a:r>
              <a:rPr lang="es-419" sz="2400">
                <a:solidFill>
                  <a:schemeClr val="dk1"/>
                </a:solidFill>
              </a:rPr>
              <a:t> </a:t>
            </a:r>
            <a:r>
              <a:rPr b="1" lang="es-419" sz="2400">
                <a:solidFill>
                  <a:schemeClr val="lt2"/>
                </a:solidFill>
              </a:rPr>
              <a:t>entornos corporativos</a:t>
            </a:r>
            <a:r>
              <a:rPr lang="es-419" sz="2400">
                <a:solidFill>
                  <a:schemeClr val="lt2"/>
                </a:solidFill>
              </a:rPr>
              <a:t> </a:t>
            </a:r>
            <a:r>
              <a:rPr lang="es-419" sz="2400">
                <a:solidFill>
                  <a:schemeClr val="lt1"/>
                </a:solidFill>
              </a:rPr>
              <a:t>con </a:t>
            </a:r>
            <a:r>
              <a:rPr lang="es-419" sz="2400">
                <a:solidFill>
                  <a:schemeClr val="lt1"/>
                </a:solidFill>
              </a:rPr>
              <a:t>orientación</a:t>
            </a:r>
            <a:r>
              <a:rPr lang="es-419" sz="2400">
                <a:solidFill>
                  <a:schemeClr val="lt1"/>
                </a:solidFill>
              </a:rPr>
              <a:t> a </a:t>
            </a:r>
            <a:r>
              <a:rPr b="1" lang="es-419" sz="2400">
                <a:solidFill>
                  <a:schemeClr val="lt2"/>
                </a:solidFill>
              </a:rPr>
              <a:t>seguridad </a:t>
            </a:r>
            <a:r>
              <a:rPr b="1" lang="es-419" sz="2400">
                <a:solidFill>
                  <a:schemeClr val="lt2"/>
                </a:solidFill>
              </a:rPr>
              <a:t>básica</a:t>
            </a:r>
            <a:r>
              <a:rPr lang="es-419" sz="2400">
                <a:solidFill>
                  <a:schemeClr val="lt2"/>
                </a:solidFill>
              </a:rPr>
              <a:t> </a:t>
            </a:r>
            <a:r>
              <a:rPr lang="es-419" sz="2400">
                <a:solidFill>
                  <a:schemeClr val="lt1"/>
                </a:solidFill>
              </a:rPr>
              <a:t>y el abordamiento de </a:t>
            </a:r>
            <a:r>
              <a:rPr lang="es-419" sz="2400">
                <a:solidFill>
                  <a:schemeClr val="lt1"/>
                </a:solidFill>
              </a:rPr>
              <a:t>atención</a:t>
            </a:r>
            <a:r>
              <a:rPr lang="es-419" sz="2400">
                <a:solidFill>
                  <a:schemeClr val="lt1"/>
                </a:solidFill>
              </a:rPr>
              <a:t> a usuarios y sistemas dentro de la empresa. 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400">
                <a:solidFill>
                  <a:schemeClr val="lt1"/>
                </a:solidFill>
              </a:rPr>
              <a:t>Resolviendo temas como </a:t>
            </a:r>
            <a:r>
              <a:rPr lang="es-419" sz="2400">
                <a:solidFill>
                  <a:schemeClr val="lt1"/>
                </a:solidFill>
              </a:rPr>
              <a:t>gestión</a:t>
            </a:r>
            <a:r>
              <a:rPr lang="es-419" sz="2400">
                <a:solidFill>
                  <a:schemeClr val="lt1"/>
                </a:solidFill>
              </a:rPr>
              <a:t> de incidentes y </a:t>
            </a:r>
            <a:r>
              <a:rPr lang="es-419" sz="2400">
                <a:solidFill>
                  <a:schemeClr val="lt1"/>
                </a:solidFill>
              </a:rPr>
              <a:t>protección</a:t>
            </a:r>
            <a:r>
              <a:rPr lang="es-419" sz="2400">
                <a:solidFill>
                  <a:schemeClr val="lt1"/>
                </a:solidFill>
              </a:rPr>
              <a:t> </a:t>
            </a:r>
            <a:r>
              <a:rPr lang="es-419" sz="2400">
                <a:solidFill>
                  <a:schemeClr val="lt1"/>
                </a:solidFill>
              </a:rPr>
              <a:t>básica</a:t>
            </a:r>
            <a:r>
              <a:rPr lang="es-419" sz="2400">
                <a:solidFill>
                  <a:schemeClr val="lt1"/>
                </a:solidFill>
              </a:rPr>
              <a:t> de sistemas de </a:t>
            </a:r>
            <a:r>
              <a:rPr lang="es-419" sz="2400">
                <a:solidFill>
                  <a:schemeClr val="lt1"/>
                </a:solidFill>
              </a:rPr>
              <a:t>información</a:t>
            </a:r>
            <a:r>
              <a:rPr lang="es-419" sz="2400">
                <a:solidFill>
                  <a:schemeClr val="lt1"/>
                </a:solidFill>
              </a:rPr>
              <a:t>.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