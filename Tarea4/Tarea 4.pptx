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3" Type="http://schemas.openxmlformats.org/officeDocument/2006/relationships/font" Target="fonts/Lato-regular.fntdata"/><Relationship Id="rId12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rgbClr val="76A5A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</a:t>
            </a:r>
            <a:r>
              <a:rPr lang="en"/>
              <a:t>EA 4: Soporte a infraestructura y conectividad (hardware/red)</a:t>
            </a:r>
            <a:endParaRPr b="0" sz="415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Equipo CORE V TECH</a:t>
            </a:r>
            <a:endParaRPr b="1" sz="2400"/>
          </a:p>
        </p:txBody>
      </p:sp>
      <p:pic>
        <p:nvPicPr>
          <p:cNvPr id="74" name="Google Shape;74;p13"/>
          <p:cNvPicPr preferRelativeResize="0"/>
          <p:nvPr/>
        </p:nvPicPr>
        <p:blipFill rotWithShape="1">
          <a:blip r:embed="rId3">
            <a:alphaModFix/>
          </a:blip>
          <a:srcRect b="0" l="18282" r="18040" t="0"/>
          <a:stretch/>
        </p:blipFill>
        <p:spPr>
          <a:xfrm>
            <a:off x="0" y="502250"/>
            <a:ext cx="2062125" cy="176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357200" y="311025"/>
            <a:ext cx="8226900" cy="11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REGISTRO E </a:t>
            </a:r>
            <a:r>
              <a:rPr lang="en" sz="3600">
                <a:solidFill>
                  <a:schemeClr val="lt1"/>
                </a:solidFill>
              </a:rPr>
              <a:t>IDENTIFICACIÓN</a:t>
            </a:r>
            <a:r>
              <a:rPr lang="en" sz="3600">
                <a:solidFill>
                  <a:schemeClr val="lt1"/>
                </a:solidFill>
              </a:rPr>
              <a:t> DE INCIDENTE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80" name="Google Shape;80;p14"/>
          <p:cNvSpPr txBox="1"/>
          <p:nvPr>
            <p:ph idx="4294967295" type="title"/>
          </p:nvPr>
        </p:nvSpPr>
        <p:spPr>
          <a:xfrm>
            <a:off x="357200" y="1480150"/>
            <a:ext cx="56703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INCIDENTE:  Impresora de red sin </a:t>
            </a:r>
            <a:r>
              <a:rPr b="0" lang="en" sz="1800">
                <a:latin typeface="Lato"/>
                <a:ea typeface="Lato"/>
                <a:cs typeface="Lato"/>
                <a:sym typeface="Lato"/>
              </a:rPr>
              <a:t>conexión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Usuario (Laura Martínez) reporta incapacidad para imprimir facturas. El equipo aparece como "Offline" en el sistema operativo.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7500" y="1075375"/>
            <a:ext cx="2859899" cy="3573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113" y="3112300"/>
            <a:ext cx="4733925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525" y="193575"/>
            <a:ext cx="5324126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8" name="Google Shape;88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73825" y="17815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593375" y="71824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Gestion y Cierre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0" name="Google Shape;90;p15"/>
          <p:cNvSpPr txBox="1"/>
          <p:nvPr>
            <p:ph idx="4294967295" type="body"/>
          </p:nvPr>
        </p:nvSpPr>
        <p:spPr>
          <a:xfrm>
            <a:off x="593375" y="1408325"/>
            <a:ext cx="4452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Atencion al usuario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"Hola Laura, entiendo la urgencia. Vamos a verificar por qué la impresora aparece sin conexión para que puedas facturar pronto."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Resolucion Tecnica (N1)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Se detectó cable Ethernet RJ45 desconectado físicamente en la parte posterior. Se reconectó y se validó respuesta a PING exitosa.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Documentacion de cierre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SLA: 15 min. Solución: Reconexión física. Se verificó que el equipo retomara su dirección IP estática asignada. 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5506650" y="228950"/>
            <a:ext cx="2753400" cy="17412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“¿Me podrías confirmar si ya tienes conexión y todo funciona correctamente?”</a:t>
            </a:r>
            <a:endParaRPr i="1"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6276500" y="3189225"/>
            <a:ext cx="2753400" cy="17412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Tiempo de Atención SLA</a:t>
            </a:r>
            <a:endParaRPr i="1"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Inicio: 10:30 AM</a:t>
            </a:r>
            <a:endParaRPr i="1"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