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aleway"/>
      <p:regular r:id="rId8"/>
      <p:bold r:id="rId9"/>
      <p:italic r:id="rId10"/>
      <p:boldItalic r:id="rId11"/>
    </p:embeddedFont>
    <p:embeddedFont>
      <p:font typeface="La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Italic.fntdata"/><Relationship Id="rId10" Type="http://schemas.openxmlformats.org/officeDocument/2006/relationships/font" Target="fonts/Raleway-italic.fntdata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bold.fntdata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rgbClr val="76A5A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Equipo CORE V TECH</a:t>
            </a:r>
            <a:endParaRPr b="1" sz="2400"/>
          </a:p>
        </p:txBody>
      </p:sp>
      <p:pic>
        <p:nvPicPr>
          <p:cNvPr id="73" name="Google Shape;73;p13"/>
          <p:cNvPicPr preferRelativeResize="0"/>
          <p:nvPr/>
        </p:nvPicPr>
        <p:blipFill rotWithShape="1">
          <a:blip r:embed="rId3">
            <a:alphaModFix/>
          </a:blip>
          <a:srcRect b="0" l="18282" r="18040" t="0"/>
          <a:stretch/>
        </p:blipFill>
        <p:spPr>
          <a:xfrm>
            <a:off x="102200" y="1803475"/>
            <a:ext cx="2062125" cy="1763575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3"/>
          <p:cNvSpPr txBox="1"/>
          <p:nvPr/>
        </p:nvSpPr>
        <p:spPr>
          <a:xfrm>
            <a:off x="2371725" y="630225"/>
            <a:ext cx="6331500" cy="2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TAREA 6: Seguridad básica y respuesta a incidentes</a:t>
            </a:r>
            <a:endParaRPr sz="415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8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/>
        </p:nvSpPr>
        <p:spPr>
          <a:xfrm>
            <a:off x="134200" y="216275"/>
            <a:ext cx="5689800" cy="57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Escenario: </a:t>
            </a:r>
            <a:r>
              <a:rPr b="1"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Phishing</a:t>
            </a:r>
            <a:r>
              <a:rPr b="1" lang="en" sz="2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(Correo sospechoso)</a:t>
            </a:r>
            <a:endParaRPr b="1" sz="2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0" name="Google Shape;8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8974" y="1297775"/>
            <a:ext cx="3718901" cy="3224975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1" name="Google Shape;81;p14"/>
          <p:cNvSpPr txBox="1"/>
          <p:nvPr/>
        </p:nvSpPr>
        <p:spPr>
          <a:xfrm>
            <a:off x="757975" y="849663"/>
            <a:ext cx="3041700" cy="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Ejemplo - Correo sospechoso: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2" name="Google Shape;82;p14"/>
          <p:cNvSpPr txBox="1"/>
          <p:nvPr/>
        </p:nvSpPr>
        <p:spPr>
          <a:xfrm>
            <a:off x="5384025" y="849675"/>
            <a:ext cx="28578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Flujo de respuesta a Phishing:</a:t>
            </a:r>
            <a:endParaRPr sz="15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83" name="Google Shape;8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350" y="1278675"/>
            <a:ext cx="4321249" cy="3553200"/>
          </a:xfrm>
          <a:prstGeom prst="rect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